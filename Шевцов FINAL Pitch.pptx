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2aca930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2aca930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aca930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2aca930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2aca930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2aca930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aca930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aca930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aca930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aca930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2aca9303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2aca9303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2aca9303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2aca9303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2aca930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2aca930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aca9303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aca9303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2aca9303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2aca9303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2aca9303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2aca9303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2aca9303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2aca9303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2aca9303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2aca9303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aca9303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2aca9303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aca9303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2aca9303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2aca9303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2aca9303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2aca9303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2aca9303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Маленькая Местная Пиццерия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Шевцов Артем Евгеньевич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04650" y="1235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Кто работает ? Org Chart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750" y="984725"/>
            <a:ext cx="6612399" cy="391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81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пиццерия ?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100" y="789025"/>
            <a:ext cx="6977849" cy="38925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110475" y="1585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Воронки процесса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500" y="967063"/>
            <a:ext cx="5365999" cy="320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25" y="1283763"/>
            <a:ext cx="2760700" cy="257596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81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PDCA операционной команды - Доставка 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26800"/>
            <a:ext cx="8520602" cy="19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712800" y="218040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73950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Команда: Операционный блок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Цели: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Уменьшить время доставки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Снизить количество жалоб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Повысить точность комплектации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709250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Внедрение системы маршрутизации курьеров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Введение чек-листа для сборки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Обучение персонала 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Ведение </a:t>
            </a: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внутреннего контроля качества 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705700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Анализируем: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Среднее время доставки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% жалоб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отзывы пользователя</a:t>
            </a: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Производится комплексный сбор обратной связи среди пользователей и работников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938475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Перераспределение зон доставки 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Замена слабых поставщиков 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Дополнительное обучение персонала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Изменение графиков курьеров 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Автоматизация проблемных этапов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1026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для операционной команды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425" y="753825"/>
            <a:ext cx="6222550" cy="38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жалобы клиента L1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5800"/>
            <a:ext cx="8839201" cy="267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74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Классификация Жалобы L2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200" y="859575"/>
            <a:ext cx="6771750" cy="40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2434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обработки </a:t>
            </a:r>
            <a:r>
              <a:rPr lang="ru"/>
              <a:t>жалоб</a:t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525" y="950800"/>
            <a:ext cx="6190598" cy="38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53625" y="1864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Черные лебеди</a:t>
            </a:r>
            <a:endParaRPr/>
          </a:p>
        </p:txBody>
      </p:sp>
      <p:pic>
        <p:nvPicPr>
          <p:cNvPr id="135" name="Google Shape;135;p22" title="pngeg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25" y="1147275"/>
            <a:ext cx="2513500" cy="28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 title="pngeg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72050" y="1147275"/>
            <a:ext cx="2513485" cy="28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3286175" y="1147275"/>
            <a:ext cx="28566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Изменение регуляторики:</a:t>
            </a:r>
            <a:br>
              <a:rPr lang="ru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Запрещено компенсировать подтвержденные проблемы по заказу только промокодом без явного согласия клиента.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 </a:t>
            </a: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Изменения должны быть внедрены в сжатые сроки, поэтому целевой процесс должен быть реализован через ручную фиксацию согласия клиента и ручной запуск возврата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TO BE - L1 </a:t>
            </a:r>
            <a:r>
              <a:rPr lang="ru"/>
              <a:t>диаграмма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0" cy="272910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4577425" y="1404675"/>
            <a:ext cx="1104300" cy="55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43325" y="48025"/>
            <a:ext cx="8520600" cy="70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TO BE - L2 Анализ жалобы</a:t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50" y="608375"/>
            <a:ext cx="8818501" cy="435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/>
          <p:nvPr/>
        </p:nvSpPr>
        <p:spPr>
          <a:xfrm>
            <a:off x="5807400" y="2019650"/>
            <a:ext cx="2432100" cy="1446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673300" y="1055438"/>
            <a:ext cx="1284600" cy="664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2284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- TO BE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638" y="894525"/>
            <a:ext cx="6040723" cy="38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1165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PDCA Проектной </a:t>
            </a:r>
            <a:r>
              <a:rPr lang="ru"/>
              <a:t>команды - что сделать?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3125"/>
            <a:ext cx="8520602" cy="183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573950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Цели: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Реализовать механизм компенсации заказа клиентом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938475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Доработки механизма компенсации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Изменения в механизме промокодов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Дообучения персонала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Корректировки шаблонов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794938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Шаги: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Собрать требования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механизм компенсации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Обучить линию поддержки</a:t>
            </a:r>
            <a:b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Доработать диалоговое окно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932100" y="2353750"/>
            <a:ext cx="1851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Анализируем: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Время компенсации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Качество работы службы поддержки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Затраты на компенсацию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Процент заявок на компенсацию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</a:t>
            </a:r>
            <a:endParaRPr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991825" y="2217000"/>
            <a:ext cx="1523400" cy="132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3s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846650" y="1467888"/>
            <a:ext cx="24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Время компенсации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695800" y="2217000"/>
            <a:ext cx="1523400" cy="132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400 р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3256300" y="1391413"/>
            <a:ext cx="24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Время первого отклика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6273175" y="1356688"/>
            <a:ext cx="2402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Повторное обращение после компенсации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6615325" y="2299875"/>
            <a:ext cx="1523400" cy="132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3%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Trade-Off &amp; Риски</a:t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75" y="1152425"/>
            <a:ext cx="1380175" cy="13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7350" y="970725"/>
            <a:ext cx="1601025" cy="16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0297" y="1917600"/>
            <a:ext cx="1448775" cy="16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/>
        </p:nvSpPr>
        <p:spPr>
          <a:xfrm>
            <a:off x="216650" y="2732475"/>
            <a:ext cx="26907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Компенсируем вручную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3798775" y="3850113"/>
            <a:ext cx="19518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Роспотребнадзор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346530" y="2808200"/>
            <a:ext cx="7986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Фрод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может пойти не так?</a:t>
            </a:r>
            <a:endParaRPr/>
          </a:p>
        </p:txBody>
      </p:sp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450" y="1270325"/>
            <a:ext cx="1063800" cy="10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175" y="2476837"/>
            <a:ext cx="1228724" cy="12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963" y="1195225"/>
            <a:ext cx="1063798" cy="106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3850" y="2571750"/>
            <a:ext cx="1140349" cy="114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615450" y="2571750"/>
            <a:ext cx="19983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Наплыв клиентов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2745600" y="3745763"/>
            <a:ext cx="19983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Штрафы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4875750" y="2571738"/>
            <a:ext cx="19983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Операторы L3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7022850" y="3857125"/>
            <a:ext cx="1998300" cy="415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Время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