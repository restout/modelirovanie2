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TSans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d83a95de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d83a95de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83a95de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d83a95de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d83a95de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d83a95de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d83a95de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d83a95de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d83a95de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d83a95de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83a95de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d83a95de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d83a95de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d83a95de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d83a95de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d83a95de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d83a95de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d83a95de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d83a95de0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d83a95de0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Бизнеса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Маленькая местная пицца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300"/>
              <a:t>Conversion Rate (CR) — конверсия в заказ</a:t>
            </a:r>
            <a:br>
              <a:rPr lang="ru" sz="2300"/>
            </a:br>
            <a:endParaRPr sz="2300"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78075"/>
            <a:ext cx="4542900" cy="31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 = Количество оплаченных заказов / Количество сформированных корзин 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51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 пользователей создали корзину 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5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900 сделали заказ - CR - 90%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br>
              <a:rPr b="1"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Показывает: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51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удобно ли пользоваться корзиной, хорошо ли работает оплата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65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4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Хорошо ли создан дизайн</a:t>
            </a:r>
            <a:endParaRPr sz="4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0625" y="1891571"/>
            <a:ext cx="2945050" cy="19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/>
              <a:t>AOPR — средний чек(Например за квартал)</a:t>
            </a:r>
            <a:endParaRPr sz="43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4386000" cy="30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AOV = Общая выручка / Количество заказов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берем поле total_price за все заказы по периуд 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считаем среднее 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 заказов на 250 000 ₽ → AOPR= 500 ₽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Крайне важная метрика - помогает в планировании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ее помощью можно найти точки роста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178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Times New Roman"/>
              <a:buChar char="●"/>
            </a:pPr>
            <a:r>
              <a:rPr lang="ru" sz="11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покупательской способность</a:t>
            </a:r>
            <a:endParaRPr sz="11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395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425" y="1947163"/>
            <a:ext cx="3594200" cy="16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 Daily Active Users (DAU)</a:t>
            </a:r>
            <a:endParaRPr sz="43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279425"/>
            <a:ext cx="4019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отправляем событие app_open и считает сколько из них с уникальным uid юзера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3200 пользователей за день → DAU = 3200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показывает реальное использование продукта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помогает отслеживать рост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875" y="1756125"/>
            <a:ext cx="4507800" cy="222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500"/>
              <a:t>Retention Rate</a:t>
            </a:r>
            <a:endParaRPr sz="2500"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225750"/>
            <a:ext cx="3993300" cy="3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Retention D7 = пользователи, вернувшиеся на 1-7 день / пользователи, пришедшие в день 0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фиксируем дату первого визита (first_seen)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проверяем, был ли пользователь активен в 1 из 7 последующих дней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ключевой показатель "липкости"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 важен для доставки еды (регулярность заказов)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2675" y="67375"/>
            <a:ext cx="13525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550" y="1225750"/>
            <a:ext cx="3909576" cy="34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/>
              <a:t>Order Delivery Time — среднее время доставки</a:t>
            </a:r>
            <a:endParaRPr sz="4300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266325"/>
            <a:ext cx="4405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Time = delivered_at - order_created_at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 оформления заказа и время закрытия заказа храним в БД. Из бд извлекаем эти данным и считаем метрику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заказ оформлен в 18:00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доставлен в 18:40 → 40 минут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Агрегируем каждую доставку за период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главный фактор удовлетворенности клиента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напрямую влияет на повторные заказы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0375" y="1778962"/>
            <a:ext cx="2408750" cy="15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On-time Delivery Rate 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Rate= Заказы вовремя / Все заказы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текущий момент фиксируем максимальное время доставки.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Сравниваем зафиксированное время с фактическим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900 заказов из 1000 вовремя → Delivery Rate= 90%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главный показатель качества логистики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влияет на жалобы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200" y="2007887"/>
            <a:ext cx="2408750" cy="158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400" y="296300"/>
            <a:ext cx="1352550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/>
              <a:t>Complaint Rate — доля жалоб</a:t>
            </a:r>
            <a:endParaRPr sz="430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266325"/>
            <a:ext cx="4059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Complaint Rate = Количество жалоб / Количество заказов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бд храним записи о жалобах(с привязкой к заказу) и записи заказа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 жалоб на 1000 заказов → 5%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показывает реальные проблемы (еда, доставка, сервис)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675" y="1152425"/>
            <a:ext cx="4468501" cy="33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400"/>
              <a:t>Compensation Rate — доля компенсаций</a:t>
            </a:r>
            <a:endParaRPr sz="5000"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266325"/>
            <a:ext cx="4059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Формула: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Compensation Rate = Компенсированные заказы / Количество жалоб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фиксируем жалобу в БД с меткой компенсации и оценкой пользователя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показывает финансовые потери из-за проблем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u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сигнализирует о системных ошибках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350" y="1778974"/>
            <a:ext cx="2408750" cy="15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2400"/>
              <a:t>App Load Time</a:t>
            </a:r>
            <a:endParaRPr sz="5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считается на стороне мобильного приложения - внутри есть возможность посчитать время от запуска приложения, до перехода н основной экран. Отправляем событие с этими данными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Зачем: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приложение тормозит → пользователь не возвращается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особенно критично для доставки (быстрый сценарий: “заказал и вышел”,  быстрая проверка статуса заказа)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0250" y="1896750"/>
            <a:ext cx="2721650" cy="13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40"/>
              <a:t>LTV</a:t>
            </a:r>
            <a:endParaRPr sz="1940"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266325"/>
            <a:ext cx="4176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считать:</a:t>
            </a:r>
            <a:b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Есть несколько уровней точности: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Простая формула: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LTV = Средний чек × Кол-во заказов на пользователя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Более точная:</a:t>
            </a:r>
            <a:endParaRPr b="1"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LTV = ARPU × Средний срок жизни пользователя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ARPU — средний доход с пользователя за период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</a:pPr>
            <a:r>
              <a:rPr lang="ru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срок жизни — сколько пользователь остаётся активным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100" y="1743814"/>
            <a:ext cx="3391401" cy="165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